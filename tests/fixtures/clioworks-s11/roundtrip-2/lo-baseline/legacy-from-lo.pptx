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2000" cy="6858000"/>
  <p:notesSz cx="6858000" cy="9144000"/>
</p:presentation>
</file>

<file path=ppt/commentAuthors.xml><?xml version="1.0" encoding="utf-8"?>
<p:cmAuthorLst xmlns:p="http://schemas.openxmlformats.org/presentationml/2006/main">
  <p:cmAuthor id="1" name="小禾" initials="小禾" lastIdx="1" clrIdx="1"/>
  <p:cmAuthor id="0" name="阿澄" initials="AC" lastIdx="2" clrIdx="0"/>
</p:cmAuthorLst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<Relationship Id="rId7" Type="http://schemas.openxmlformats.org/officeDocument/2006/relationships/commentAuthors" Target="commentAuthors.xml"/>
</Relationships>
</file>

<file path=ppt/comments/comment1.xml><?xml version="1.0" encoding="utf-8"?>
<p:cmLst xmlns:p="http://schemas.openxmlformats.org/presentationml/2006/main">
  <p:cm authorId="0" dt="2026-10-10T09:00:00.000000000" idx="1">
    <p:pos x="0" y="0"/>
    <p:text>这一页的数字等实测后再改。</p:text>
  </p:cm>
  <p:cm authorId="0" dt="2026-10-16T08:00:00.000000000" idx="2">
    <p:pos x="0" y="0"/>
    <p:text>标题再短一点</p:text>
  </p:cm>
  <p:cm authorId="1" dt="2026-10-16T08:05:00.000000000" idx="1">
    <p:pos x="0" y="0"/>
    <p:text>好，改成两行</p:tex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57F979-9A51-4383-BB77-103AAD475C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Han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演讲备注：停一下，再解释测试范围。此处不属于观众画面。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0207DA-2A02-4BEA-A24F-18D2BFEFCB0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Han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演讲备注：停一下，再解释测试范围。此处不属于观众画面。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2CE6AC-84E3-4741-B378-0E68D4B622C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D1CF33-5302-42B2-9E16-5D77A17A18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7F7839-2B89-47AE-BA00-BAF627DEFE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84FC54-B5FB-41C2-AD09-D304E9DE08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F937FC-DAA6-40B3-8B26-B0814A1D8C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B207FE-4ECA-42D5-8BDD-F7E8F971DD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2864FB-506B-4203-9C45-FE1144BCDD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7B4062-9845-4BEC-9F7A-4A7F0D62AE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238164-A61F-4824-85EA-BF1BFD1086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3520AA-AFB6-4183-B98E-6D1A8454FC8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31109C-110D-42F1-A956-D822515D5E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468D31-EAC0-4E2B-A1C7-D556CEBB8B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omments" Target="../comments/commen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731520" y="457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ClioWorks · </a:t>
            </a:r>
            <a:r>
              <a:rPr lang="zh-Hant" sz="15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合成格式夹具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31520" y="164592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3800" b="0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一次导出：</a:t>
            </a:r>
            <a:r>
              <a:rPr lang="en-US" sz="3800" b="0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42 </a:t>
            </a:r>
            <a:r>
              <a:rPr lang="zh-Hant" sz="3800" b="0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秒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31520" y="3200400"/>
            <a:ext cx="10606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2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同一工程，三次记录。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Hant" sz="2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设备丙尚未测试。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31520" y="6217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1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不代表真实设备测量；文字是原生可编辑对象。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2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731520" y="457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ClioWorks · </a:t>
            </a:r>
            <a:r>
              <a:rPr lang="zh-Hant" sz="15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合成格式夹具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731520" y="164592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3800" b="0" u="none" strike="noStrike">
                <a:solidFill>
                  <a:srgbClr val="FFFFFF"/>
                </a:solidFill>
                <a:effectLst/>
                <a:uFillTx/>
                <a:latin typeface="Noto Sans CJK SC"/>
              </a:rPr>
              <a:t>先给出证据，再说明边界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731520" y="3200400"/>
            <a:ext cx="10606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2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正文、数据和演示保留各自的编辑状态。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zh-Hant" sz="2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来源改变后，作者决定更新哪些副本。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731520" y="6217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Hant" sz="1300" b="0" u="none" strike="noStrike">
                <a:solidFill>
                  <a:srgbClr val="D0E0E8"/>
                </a:solidFill>
                <a:effectLst/>
                <a:uFillTx/>
                <a:latin typeface="Noto Sans CJK SC"/>
              </a:rPr>
              <a:t>不代表真实设备测量；文字是原生可编辑对象。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LibreOffice/26.8.1.1$MacOSX_AARCH64 LibreOffice_project/bf6ef2662401c7d6dce671ab4deb26ee0af3a7c1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zh-Hant</dc:language>
  <cp:lastModifiedBy/>
  <dcterms:modified xsi:type="dcterms:W3CDTF">2026-10-16T23:13:32Z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