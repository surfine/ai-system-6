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bin" ContentType="application/vnd.openxmlformats-officedocument.presentationml.printerSettings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omments/modernComment_100_1A2B3C4D.xml" ContentType="application/vnd.ms-powerpoint.comments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2B3C4D-0000-4000-8000-000000000001}" name="阿澄" initials="AC" userId="阿澄" providerId="None"/>
  <p188:author id="{1A2B3C4D-0000-4000-8000-000000000002}" name="小禾" initials="XH" userId="小禾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" Type="http://schemas.openxmlformats.org/officeDocument/2006/relationships/printerSettings" Target="printerSettings/printerSettings1.bin"/><Relationship Id="rIdClioFixture" Type="http://schemas.openxmlformats.org/officeDocument/2006/relationships/customXml" Target="../customXml/clw-preservation.xml"/><Relationship Id="rIdModernAuthors" Type="http://schemas.microsoft.com/office/2018/10/relationships/authors" Target="authors.xml"/></Relationships>
</file>

<file path=ppt/comments/modernComment_100_1A2B3C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5E5E5E-0000-4000-8000-000000000011}" authorId="{1A2B3C4D-0000-4000-8000-000000000001}" created="2026-10-10T09:00:00.000">
    <ac:deMkLst xmlns:ac="http://schemas.microsoft.com/office/drawing/2013/main/command" xmlns:pc="http://schemas.microsoft.com/office/powerpoint/2013/main/command">
      <pc:docMk/>
      <pc:sldMk cId="2010101010" sldId="256"/>
      <ac:spMk id="3" creationId="{7A7A7A7A-0000-4000-8000-000000000003}"/>
    </ac:deMkLst>
    <p188:replyLst>
      <p188:reply id="{5E5E5E5E-0000-4000-8000-000000000012}" authorId="{1A2B3C4D-0000-4000-8000-000000000002}" created="2026-10-10T10:30:00.000">
        <p188:txBody>
          <a:bodyPr/>
          <a:lstStyle/>
          <a:p>
            <a:r>
              <a:rPr lang="zh-CN"/>
              <a:t>已核对，按 42 秒写。</a:t>
            </a:r>
          </a:p>
        </p188:txBody>
      </p188:reply>
      <p188:reply xmlns:p188="http://schemas.microsoft.com/office/powerpoint/2018/8/main" id="{4B275DF9-7F61-53E7-AB4D-29F24F444DBC}" authorId="{1A2B3C4D-0000-4000-8000-000000000002}" created="2026-10-16T08:30:00.000Z">
        <p188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dirty="0"/>
              <a:t>好，改成两行</a:t>
            </a:r>
          </a:p>
        </p188:txBody>
      </p188:reply>
    </p188:replyLst>
    <p188:txBody>
      <a:bodyPr/>
      <a:lstStyle/>
      <a:p>
        <a:r>
          <a:rPr lang="zh-CN"/>
          <a:t>这个数字出处在哪？</a:t>
        </a:r>
      </a:p>
    </p188:txBody>
  </p188:cm>
  <p188:cm id="{5E5E5E5E-0000-4000-8000-000000000013}" authorId="{1A2B3C4D-0000-4000-8000-000000000002}" created="2026-10-11T08:00:00.000" status="resolved">
    <pc:sldMkLst xmlns:pc="http://schemas.microsoft.com/office/powerpoint/2013/main/command">
      <pc:docMk/>
      <pc:sldMk cId="2010101010" sldId="256"/>
    </pc:sldMkLst>
    <p188:txBody>
      <a:bodyPr/>
      <a:lstStyle/>
      <a:p>
        <a:r>
          <a:rPr lang="zh-CN"/>
          <a:t>标题已改好。</a:t>
        </a:r>
      </a:p>
    </p188:txBody>
  </p188:cm>
  <p188:cm xmlns:p188="http://schemas.microsoft.com/office/powerpoint/2018/8/main" id="{4B36A5C2-CC22-51DE-89A8-F1A15C405CF6}" authorId="{1A2B3C4D-0000-4000-8000-000000000001}" created="2026-10-16T08:00:00.000Z">
    <ac:deMkLst xmlns:ac="http://schemas.microsoft.com/office/drawing/2013/main/command" xmlns:pc="http://schemas.microsoft.com/office/powerpoint/2013/main/command">
      <pc:docMk/>
      <pc:sldMk cId="2010101010" sldId="256"/>
      <ac:spMk id="3"/>
    </ac:deMkLst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rPr lang="zh-CN" dirty="0"/>
          <a:t>标题再短一点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改过的演讲备注：先给出数字，再说明测试边界。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演讲备注：停一下，再解释测试范围。此处不属于观众画面。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ModernComment" Type="http://schemas.microsoft.com/office/2018/10/relationships/comments" Target="../comments/modernComment_100_1A2B3C4D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88="http://schemas.microsoft.com/office/powerpoint/2018/8/main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ClioWorks · 合成格式夹具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rPr lang="en-US" dirty="0"/>
              <a:t>一次导出：42 秒（已复核）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同一工程，三次记录。</a:t>
            </a:r>
            <a:endParaRPr lang="en-US" dirty="0"/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设备丙尚未测试。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不代表真实设备测量；文字是原生可编辑对象。</a:t>
            </a:r>
            <a:endParaRPr lang="en-US" dirty="0"/>
          </a:p>
        </p:txBody>
      </p:sp>
    </p:spTree>
    <p:extLst>
      <p:ext uri="{BB962C8B-B14F-4D97-AF65-F5344CB8AC3E}">
        <p14:creationId val="2010101010"/>
      </p:ext>
    </p:extLst>
  </p:cSld>
  <p:clrMapOvr>
    <a:masterClrMapping/>
  </p:clrMapOvr>
  <p:extLst>
    <p:ext uri="{6950BFC3-D8DA-4A85-94F7-54DA5524770B}">
      <p188:commentRel r:id="rIdModernComment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ClioWorks · 合成格式夹具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rPr lang="en-US" dirty="0"/>
              <a:t>先给出证据，再说明边界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正文、数据和演示保留各自的编辑状态。</a:t>
            </a:r>
            <a:endParaRPr lang="en-US" dirty="0"/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来源改变后，作者决定更新哪些副本。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不代表真实设备测量；文字是原生可编辑对象。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ClioWorks · 合成格式夹具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>
                <a:solidFill>
                  <a:srgbClr val="FFFFFF"/>
                </a:solidFill>
                <a:latin typeface="Noto Sans CJK SC"/>
              </a:defRPr>
            </a:pPr>
            <a:r>
              <a:rPr lang="en-US" dirty="0"/>
              <a:t>先给出证据，再说明边界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正文、数据和演示保留各自的编辑状态。</a:t>
            </a:r>
            <a:endParaRPr lang="en-US" dirty="0"/>
          </a:p>
          <a:p>
            <a:pPr>
              <a:defRPr sz="2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来源改变后，作者决定更新哪些副本。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0E0E8"/>
                </a:solidFill>
                <a:latin typeface="Noto Sans CJK SC"/>
              </a:defRPr>
            </a:pPr>
            <a:r>
              <a:rPr lang="en-US" dirty="0"/>
              <a:t>不代表真实设备测量；文字是原生可编辑对象。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clw-preservation.xml><?xml version="1.0" encoding="utf-8"?>
<cw:preserve xmlns:cw="urn:clioworks:fixture:v4" label="opaque">KEEP THIS CONTENT EXACTLY</cw:preserv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