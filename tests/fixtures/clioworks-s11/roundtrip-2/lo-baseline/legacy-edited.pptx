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bin" ContentType="application/vnd.openxmlformats-officedocument.presentationml.printerSettings"/>
  <Override PartName="/ppt/theme/theme1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ppt/commentAuthors.xml" ContentType="application/vnd.openxmlformats-officedocument.presentationml.commentAuthors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p="http://schemas.openxmlformats.org/presentationml/2006/main">
  <p:cmAuthor id="0" name="阿澄" initials="AC" lastIdx="2" clrIdx="0"/>
  <p:cmAuthor id="1" name="小禾" initials="小禾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extLst>
    <p:ext uri="{E76CE94A-603C-4142-B9EB-6D1370010A27}">
      <p14:discardImageEditData val="0"/>
    </p:ext>
    <p:ext uri="{D31A062A-798A-4329-ABDD-BBA856620510}">
      <p14:defaultImageDpi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9" Type="http://schemas.openxmlformats.org/officeDocument/2006/relationships/slide" Target="slides/slide2.xml"/><Relationship Id="rIdClioAuthors" Type="http://schemas.openxmlformats.org/officeDocument/2006/relationships/commentAuthors" Target="commentAuthors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" Type="http://schemas.openxmlformats.org/officeDocument/2006/relationships/printerSettings" Target="printerSettings/printerSettings1.bin"/><Relationship Id="rIdClioFixture" Type="http://schemas.openxmlformats.org/officeDocument/2006/relationships/customXml" Target="../customXml/clw-preservation.xml"/></Relationships>
</file>

<file path=ppt/comments/comment1.xml><?xml version="1.0" encoding="utf-8"?>
<p:cmLst xmlns:p="http://schemas.openxmlformats.org/presentationml/2006/main">
  <p:cm authorId="0" dt="2026-10-10T09:00:00.000" idx="1">
    <p:pos x="10" y="10"/>
    <p:text>这一页的数字等实测后再改。</p:text>
  </p:cm>
  <p:cm xmlns:p="http://schemas.openxmlformats.org/presentationml/2006/main" authorId="0" dt="2026-10-16T08:00:00.000" idx="2">
    <p:pos x="10" y="10"/>
    <p:text>标题再短一点</p:text>
  </p:cm>
  <p:cm xmlns:p="http://schemas.openxmlformats.org/presentationml/2006/main" authorId="1" dt="2026-10-16T08:05:00.000" idx="1">
    <p:pos x="10" y="10"/>
    <p:text>好，改成两行</p:text>
    <p:extLst>
      <p:ext uri="{C676402C-5697-4E1C-873F-D02D1690AC5C}">
        <p15:threadingInfo xmlns:p15="http://schemas.microsoft.com/office/powerpoint/2012/main" timeZoneBias="0">
          <p15:parentCm authorId="0" idx="1"/>
        </p15:threadingInfo>
      </p:ext>
    </p:extLs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演讲备注：停一下，再解释测试范围。此处不属于观众画面。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演讲备注：停一下，再解释测试范围。此处不属于观众画面。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7" Type="http://schemas.openxmlformats.org/officeDocument/2006/relationships/slideLayout" Target="../slideLayouts/slideLayout7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ClioComment" Type="http://schemas.openxmlformats.org/officeDocument/2006/relationships/comments" Target="../comments/commen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0E0E8"/>
                </a:solidFill>
                <a:latin typeface="Noto Sans CJK SC"/>
              </a:defRPr>
            </a:pPr>
            <a:r>
              <a:rPr lang="en-US" dirty="0"/>
              <a:t>ClioWorks · 合成格式夹具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>
                <a:solidFill>
                  <a:srgbClr val="FFFFFF"/>
                </a:solidFill>
                <a:latin typeface="Noto Sans CJK SC"/>
              </a:defRPr>
            </a:pPr>
            <a:r>
              <a:rPr lang="en-US" dirty="0"/>
              <a:t>一次导出：42 秒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D0E0E8"/>
                </a:solidFill>
                <a:latin typeface="Noto Sans CJK SC"/>
              </a:defRPr>
            </a:pPr>
            <a:r>
              <a:rPr lang="en-US" dirty="0"/>
              <a:t>同一工程，三次记录。</a:t>
            </a:r>
            <a:endParaRPr lang="en-US" dirty="0"/>
          </a:p>
          <a:p>
            <a:pPr>
              <a:defRPr sz="2300">
                <a:solidFill>
                  <a:srgbClr val="D0E0E8"/>
                </a:solidFill>
                <a:latin typeface="Noto Sans CJK SC"/>
              </a:defRPr>
            </a:pPr>
            <a:r>
              <a:rPr lang="en-US" dirty="0"/>
              <a:t>设备丙尚未测试。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D0E0E8"/>
                </a:solidFill>
                <a:latin typeface="Noto Sans CJK SC"/>
              </a:defRPr>
            </a:pPr>
            <a:r>
              <a:rPr lang="en-US" dirty="0"/>
              <a:t>不代表真实设备测量；文字是原生可编辑对象。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0E0E8"/>
                </a:solidFill>
                <a:latin typeface="Noto Sans CJK SC"/>
              </a:defRPr>
            </a:pPr>
            <a:r>
              <a:rPr lang="en-US" dirty="0"/>
              <a:t>ClioWorks · 合成格式夹具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>
                <a:solidFill>
                  <a:srgbClr val="FFFFFF"/>
                </a:solidFill>
                <a:latin typeface="Noto Sans CJK SC"/>
              </a:defRPr>
            </a:pPr>
            <a:r>
              <a:rPr lang="en-US" dirty="0"/>
              <a:t>先给出证据，再说明边界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D0E0E8"/>
                </a:solidFill>
                <a:latin typeface="Noto Sans CJK SC"/>
              </a:defRPr>
            </a:pPr>
            <a:r>
              <a:rPr lang="en-US" dirty="0"/>
              <a:t>正文、数据和演示保留各自的编辑状态。</a:t>
            </a:r>
            <a:endParaRPr lang="en-US" dirty="0"/>
          </a:p>
          <a:p>
            <a:pPr>
              <a:defRPr sz="2300">
                <a:solidFill>
                  <a:srgbClr val="D0E0E8"/>
                </a:solidFill>
                <a:latin typeface="Noto Sans CJK SC"/>
              </a:defRPr>
            </a:pPr>
            <a:r>
              <a:rPr lang="en-US" dirty="0"/>
              <a:t>来源改变后，作者决定更新哪些副本。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D0E0E8"/>
                </a:solidFill>
                <a:latin typeface="Noto Sans CJK SC"/>
              </a:defRPr>
            </a:pPr>
            <a:r>
              <a:rPr lang="en-US" dirty="0"/>
              <a:t>不代表真实设备测量；文字是原生可编辑对象。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clw-preservation.xml><?xml version="1.0" encoding="utf-8"?>
<cw:preserve xmlns:cw="urn:clioworks:fixture:v4" label="opaque">KEEP THIS CONTENT EXACTLY</cw:preserv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