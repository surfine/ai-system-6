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clw-preservation.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阿澄" initials="A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ClioFixture" Type="http://schemas.openxmlformats.org/officeDocument/2006/relationships/customXml" Target="../customXml/clw-preservation.xml"/><Relationship Id="rIdClioAuthors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10-10T09:00:00.000" idx="1">
    <p:pos x="10" y="10"/>
    <p:text>这一页的数字等实测后再改。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ClioComment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一次导出：42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同一工程，三次记录。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设备丙尚未测试。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先给出证据，再说明边界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