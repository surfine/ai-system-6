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4572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F1A4C36-0A7C-420A-8BF7-420BAFF58A0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Han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改过的演讲备注：先给出数字，再说明测试边界。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Han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演讲备注：停一下，再解释测试范围。此处不属于观众画面。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04CF384-F5D3-4DA6-A4D8-355C5DEE17DD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Han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演讲备注：停一下，再解释测试范围。此处不属于观众画面。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9778E11-F759-41E2-A106-F5E2361C155C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F9C3577-C110-4C6E-A0E5-20D62848C77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37285C1-0643-4CD0-BB95-7CE98B2F19B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3CE6392-95D6-40BB-8018-DCA536CB0AE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D595907-BFEE-408D-862D-FDE7D37556B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A8EE2E0-0403-4DDD-B669-BD47C1D052F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737D3F1-C10D-4AAB-9ABA-88111D00C1A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A4E6D7C-0A0B-43A8-A69E-861E766FAF9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9219B02-4534-460C-A669-9B7C62FF742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F0F2DF8-5C28-46EE-B70A-C03CC29FA64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F1991CB-6B12-45AC-A8CF-08A8E24ED54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D7D7E8A-64AF-4FBB-BA0B-40EFCAEB992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92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1"/>
          <p:cNvSpPr/>
          <p:nvPr/>
        </p:nvSpPr>
        <p:spPr>
          <a:xfrm>
            <a:off x="731520" y="457200"/>
            <a:ext cx="10789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D0E0E8"/>
                </a:solidFill>
                <a:effectLst/>
                <a:uFillTx/>
                <a:latin typeface="Noto Sans CJK SC"/>
              </a:rPr>
              <a:t>ClioWorks · </a:t>
            </a:r>
            <a:r>
              <a:rPr lang="zh-Hant" sz="1500" b="0" u="none" strike="noStrike">
                <a:solidFill>
                  <a:srgbClr val="D0E0E8"/>
                </a:solidFill>
                <a:effectLst/>
                <a:uFillTx/>
                <a:latin typeface="Noto Sans CJK SC"/>
              </a:rPr>
              <a:t>合成格式夹具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731520" y="1645920"/>
            <a:ext cx="107895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Hant" sz="3800" b="0" u="none" strike="noStrike">
                <a:solidFill>
                  <a:srgbClr val="FFFFFF"/>
                </a:solidFill>
                <a:effectLst/>
                <a:uFillTx/>
                <a:latin typeface="Noto Sans CJK SC"/>
              </a:rPr>
              <a:t>一次导出：</a:t>
            </a:r>
            <a:r>
              <a:rPr lang="en-US" sz="3800" b="0" u="none" strike="noStrike">
                <a:solidFill>
                  <a:srgbClr val="FFFFFF"/>
                </a:solidFill>
                <a:effectLst/>
                <a:uFillTx/>
                <a:latin typeface="Noto Sans CJK SC"/>
              </a:rPr>
              <a:t>42 </a:t>
            </a:r>
            <a:r>
              <a:rPr lang="zh-Hant" sz="3800" b="0" u="none" strike="noStrike">
                <a:solidFill>
                  <a:srgbClr val="FFFFFF"/>
                </a:solidFill>
                <a:effectLst/>
                <a:uFillTx/>
                <a:latin typeface="Noto Sans CJK SC"/>
              </a:rPr>
              <a:t>秒（已复核）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731520" y="3200400"/>
            <a:ext cx="106066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Hant" sz="2300" b="0" u="none" strike="noStrike">
                <a:solidFill>
                  <a:srgbClr val="D0E0E8"/>
                </a:solidFill>
                <a:effectLst/>
                <a:uFillTx/>
                <a:latin typeface="Noto Sans CJK SC"/>
              </a:rPr>
              <a:t>同一工程，三次记录。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zh-Hant" sz="2300" b="0" u="none" strike="noStrike">
                <a:solidFill>
                  <a:srgbClr val="D0E0E8"/>
                </a:solidFill>
                <a:effectLst/>
                <a:uFillTx/>
                <a:latin typeface="Noto Sans CJK SC"/>
              </a:rPr>
              <a:t>设备丙尚未测试。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4"/>
          <p:cNvSpPr/>
          <p:nvPr/>
        </p:nvSpPr>
        <p:spPr>
          <a:xfrm>
            <a:off x="731520" y="621792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Hant" sz="1300" b="0" u="none" strike="noStrike">
                <a:solidFill>
                  <a:srgbClr val="D0E0E8"/>
                </a:solidFill>
                <a:effectLst/>
                <a:uFillTx/>
                <a:latin typeface="Noto Sans CJK SC"/>
              </a:rPr>
              <a:t>不代表真实设备测量；文字是原生可编辑对象。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92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Box 1"/>
          <p:cNvSpPr/>
          <p:nvPr/>
        </p:nvSpPr>
        <p:spPr>
          <a:xfrm>
            <a:off x="731520" y="457200"/>
            <a:ext cx="10789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D0E0E8"/>
                </a:solidFill>
                <a:effectLst/>
                <a:uFillTx/>
                <a:latin typeface="Noto Sans CJK SC"/>
              </a:rPr>
              <a:t>ClioWorks · </a:t>
            </a:r>
            <a:r>
              <a:rPr lang="zh-Hant" sz="1500" b="0" u="none" strike="noStrike">
                <a:solidFill>
                  <a:srgbClr val="D0E0E8"/>
                </a:solidFill>
                <a:effectLst/>
                <a:uFillTx/>
                <a:latin typeface="Noto Sans CJK SC"/>
              </a:rPr>
              <a:t>合成格式夹具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2"/>
          <p:cNvSpPr/>
          <p:nvPr/>
        </p:nvSpPr>
        <p:spPr>
          <a:xfrm>
            <a:off x="731520" y="1645920"/>
            <a:ext cx="107895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Hant" sz="3800" b="0" u="none" strike="noStrike">
                <a:solidFill>
                  <a:srgbClr val="FFFFFF"/>
                </a:solidFill>
                <a:effectLst/>
                <a:uFillTx/>
                <a:latin typeface="Noto Sans CJK SC"/>
              </a:rPr>
              <a:t>先给出证据，再说明边界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3"/>
          <p:cNvSpPr/>
          <p:nvPr/>
        </p:nvSpPr>
        <p:spPr>
          <a:xfrm>
            <a:off x="731520" y="3200400"/>
            <a:ext cx="106066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Hant" sz="2300" b="0" u="none" strike="noStrike">
                <a:solidFill>
                  <a:srgbClr val="D0E0E8"/>
                </a:solidFill>
                <a:effectLst/>
                <a:uFillTx/>
                <a:latin typeface="Noto Sans CJK SC"/>
              </a:rPr>
              <a:t>正文、数据和演示保留各自的编辑状态。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zh-Hant" sz="2300" b="0" u="none" strike="noStrike">
                <a:solidFill>
                  <a:srgbClr val="D0E0E8"/>
                </a:solidFill>
                <a:effectLst/>
                <a:uFillTx/>
                <a:latin typeface="Noto Sans CJK SC"/>
              </a:rPr>
              <a:t>来源改变后，作者决定更新哪些副本。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4"/>
          <p:cNvSpPr/>
          <p:nvPr/>
        </p:nvSpPr>
        <p:spPr>
          <a:xfrm>
            <a:off x="731520" y="621792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Hant" sz="1300" b="0" u="none" strike="noStrike">
                <a:solidFill>
                  <a:srgbClr val="D0E0E8"/>
                </a:solidFill>
                <a:effectLst/>
                <a:uFillTx/>
                <a:latin typeface="Noto Sans CJK SC"/>
              </a:rPr>
              <a:t>不代表真实设备测量；文字是原生可编辑对象。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92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1"/>
          <p:cNvSpPr/>
          <p:nvPr/>
        </p:nvSpPr>
        <p:spPr>
          <a:xfrm>
            <a:off x="731520" y="457200"/>
            <a:ext cx="10789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D0E0E8"/>
                </a:solidFill>
                <a:effectLst/>
                <a:uFillTx/>
                <a:latin typeface="Noto Sans CJK SC"/>
              </a:rPr>
              <a:t>ClioWorks · </a:t>
            </a:r>
            <a:r>
              <a:rPr lang="zh-Hant" sz="1500" b="0" u="none" strike="noStrike">
                <a:solidFill>
                  <a:srgbClr val="D0E0E8"/>
                </a:solidFill>
                <a:effectLst/>
                <a:uFillTx/>
                <a:latin typeface="Noto Sans CJK SC"/>
              </a:rPr>
              <a:t>合成格式夹具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2"/>
          <p:cNvSpPr/>
          <p:nvPr/>
        </p:nvSpPr>
        <p:spPr>
          <a:xfrm>
            <a:off x="731520" y="1645920"/>
            <a:ext cx="107895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Hant" sz="3800" b="0" u="none" strike="noStrike">
                <a:solidFill>
                  <a:srgbClr val="FFFFFF"/>
                </a:solidFill>
                <a:effectLst/>
                <a:uFillTx/>
                <a:latin typeface="Noto Sans CJK SC"/>
              </a:rPr>
              <a:t>先给出证据，再说明边界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3"/>
          <p:cNvSpPr/>
          <p:nvPr/>
        </p:nvSpPr>
        <p:spPr>
          <a:xfrm>
            <a:off x="731520" y="3200400"/>
            <a:ext cx="106066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Hant" sz="2300" b="0" u="none" strike="noStrike">
                <a:solidFill>
                  <a:srgbClr val="D0E0E8"/>
                </a:solidFill>
                <a:effectLst/>
                <a:uFillTx/>
                <a:latin typeface="Noto Sans CJK SC"/>
              </a:rPr>
              <a:t>正文、数据和演示保留各自的编辑状态。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zh-Hant" sz="2300" b="0" u="none" strike="noStrike">
                <a:solidFill>
                  <a:srgbClr val="D0E0E8"/>
                </a:solidFill>
                <a:effectLst/>
                <a:uFillTx/>
                <a:latin typeface="Noto Sans CJK SC"/>
              </a:rPr>
              <a:t>来源改变后，作者决定更新哪些副本。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4"/>
          <p:cNvSpPr/>
          <p:nvPr/>
        </p:nvSpPr>
        <p:spPr>
          <a:xfrm>
            <a:off x="731520" y="621792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Hant" sz="1300" b="0" u="none" strike="noStrike">
                <a:solidFill>
                  <a:srgbClr val="D0E0E8"/>
                </a:solidFill>
                <a:effectLst/>
                <a:uFillTx/>
                <a:latin typeface="Noto Sans CJK SC"/>
              </a:rPr>
              <a:t>不代表真实设备测量；文字是原生可编辑对象。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LibreOffice/26.8.1.1$MacOSX_AARCH64 LibreOffice_project/bf6ef2662401c7d6dce671ab4deb26ee0af3a7c1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zh-Hant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