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clw-preservation.xml" ContentType="application/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Obj3"/>
    <p:sldId id="259" r:id="rIdObj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ClioFixture" Type="http://schemas.openxmlformats.org/officeDocument/2006/relationships/customXml" Target="../customXml/clw-preservation.xml"/><Relationship Id="rIdObj3" Type="http://schemas.openxmlformats.org/officeDocument/2006/relationships/slide" Target="slides/slide3.xml"/><Relationship Id="rIdObj4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耗时</c:v>
                </c:pt>
              </c:strCache>
            </c:strRef>
          </c:tx>
          <c:cat>
            <c:strLit>
              <c:ptCount val="3"/>
              <c:pt idx="0">
                <c:v>甲</c:v>
              </c:pt>
              <c:pt idx="1">
                <c:v>乙</c:v>
              </c:pt>
              <c:pt idx="2">
                <c:v>丙</c:v>
              </c:pt>
            </c:strLit>
          </c:cat>
          <c:val>
            <c:numLit>
              <c:ptCount val="3"/>
              <c:pt idx="0">
                <c:v>42</c:v>
              </c:pt>
              <c:pt idx="1">
                <c:v>51</c:v>
              </c:pt>
              <c:pt idx="2">
                <c:v>47</c:v>
              </c:pt>
            </c:numLit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</c:chart>
</c:chartSpace>
</file>

<file path=ppt/diagrams/colors1.xml><?xml version="1.0" encoding="utf-8"?>
<dgm:colorsDef xmlns:dgm="http://schemas.openxmlformats.org/drawingml/2006/diagram" xmlns:a="http://schemas.openxmlformats.org/drawingml/2006/main" uniqueId="urn:synthetic/cs">
  <dgm:title val=""/>
  <dgm:desc val=""/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1}" type="doc">
      <dgm:prSet loTypeId="urn:synthetic/list" loCatId="list" qsTypeId="urn:synthetic/qs" qsCatId="simple" csTypeId="urn:synthetic/cs" csCatId="accent1"/>
      <dgm:spPr/>
      <dgm:t>
        <a:bodyPr/>
        <a:lstStyle/>
        <a:p>
          <a:endParaRPr lang="zh-CN"/>
        </a:p>
      </dgm:t>
    </dgm:pt>
    <dgm:pt modelId="{00000000-0000-4000-8000-000000000002}">
      <dgm:prSet/>
      <dgm:spPr/>
      <dgm:t>
        <a:bodyPr/>
        <a:lstStyle/>
        <a:p>
          <a:r>
            <a:rPr lang="zh-CN"/>
            <a:t>证据</a:t>
          </a:r>
        </a:p>
      </dgm:t>
    </dgm:pt>
    <dgm:pt modelId="{00000000-0000-4000-8000-000000000003}">
      <dgm:prSet/>
      <dgm:spPr/>
      <dgm:t>
        <a:bodyPr/>
        <a:lstStyle/>
        <a:p>
          <a:r>
            <a:rPr lang="zh-CN"/>
            <a:t>边界</a:t>
          </a:r>
        </a:p>
      </dgm:t>
    </dgm:pt>
  </dgm:ptLst>
  <dgm:cxnLst>
    <dgm:cxn modelId="{00000000-0000-4000-8000-000000000011}" srcId="{00000000-0000-4000-8000-000000000001}" destId="{00000000-0000-4000-8000-000000000002}" srcOrd="0" destOrd="0"/>
    <dgm:cxn modelId="{00000000-0000-4000-8000-000000000012}" srcId="{00000000-0000-4000-8000-000000000001}" destId="{00000000-0000-4000-8000-000000000003}" srcOrd="1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synthetic/list">
  <dgm:title val=""/>
  <dgm:desc val=""/>
  <dgm:layoutNode name="root">
    <dgm:alg type="lin"/>
    <dgm:shape/>
    <dgm:presOf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synthetic/qs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ObjPic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ObjChart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ObjDm" Type="http://schemas.openxmlformats.org/officeDocument/2006/relationships/diagramData" Target="../diagrams/data1.xml"/><Relationship Id="rIdObjLo" Type="http://schemas.openxmlformats.org/officeDocument/2006/relationships/diagramLayout" Target="../diagrams/layout1.xml"/><Relationship Id="rIdObjQs" Type="http://schemas.openxmlformats.org/officeDocument/2006/relationships/diagramQuickStyle" Target="../diagrams/quickStyle1.xml"/><Relationship Id="rIdObjCs" Type="http://schemas.openxmlformats.org/officeDocument/2006/relationships/diagramColors" Target="../diagrams/colors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一次导出：42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同一工程，三次记录。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设备丙尚未测试。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  <p:pic>
        <p:nvPicPr>
          <p:cNvPr id="20" name="Picture 20" descr="synthetic 1x1 swatch"/>
          <p:cNvPicPr>
            <a:picLocks noChangeAspect="1"/>
          </p:cNvPicPr>
          <p:nvPr/>
        </p:nvPicPr>
        <p:blipFill>
          <a:blip r:embed="rIdObjPic"/>
          <a:stretch>
            <a:fillRect/>
          </a:stretch>
        </p:blipFill>
        <p:spPr>
          <a:xfrm>
            <a:off x="7112000" y="3810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先给出证据，再说明边界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  <p:graphicFrame>
        <p:nvGraphicFramePr>
          <p:cNvPr id="21" name="Chart 21"/>
          <p:cNvGraphicFramePr/>
          <p:nvPr/>
        </p:nvGraphicFramePr>
        <p:xfrm>
          <a:off x="7112000" y="3810000"/>
          <a:ext cx="4064000" cy="2286000"/>
        </p:xfrm>
        <a:graphic>
          <a:graphicData uri="http://schemas.openxmlformats.org/drawingml/2006/chart">
            <c:chart xmlns:c="http://schemas.openxmlformats.org/drawingml/2006/chart" r:id="rIdObj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SmartArt 页：证据与边界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  <p:graphicFrame>
        <p:nvGraphicFramePr>
          <p:cNvPr id="22" name="Diagram 22"/>
          <p:cNvGraphicFramePr/>
          <p:nvPr/>
        </p:nvGraphicFramePr>
        <p:xfrm>
          <a:off x="7112000" y="3810000"/>
          <a:ext cx="4064000" cy="2286000"/>
        </p:xfrm>
        <a:graphic>
          <a:graphicData uri="http://schemas.openxmlformats.org/drawingml/2006/diagram">
            <dgm:relIds xmlns:dgm="http://schemas.openxmlformats.org/drawingml/2006/diagram" r:dm="rIdObjDm" r:lo="rIdObjLo" r:qs="rIdObjQs" r:cs="rIdObjCs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t>ClioWorks · 合成格式夹具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t>动画页：出现与淡入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正文、数据和演示保留各自的编辑状态。</a:t>
            </a:r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t>来源改变后，作者决定更新哪些副本。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t>不代表真实设备测量；文字是原生可编辑对象。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