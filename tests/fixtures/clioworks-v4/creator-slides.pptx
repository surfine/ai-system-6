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clw-preservation.xml" ContentType="application/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ClioFixture" Type="http://schemas.openxmlformats.org/officeDocument/2006/relationships/customXml" Target="../customXml/clw-preservation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演讲备注：停一下，再解释测试范围。此处不属于观众画面。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演讲备注：停一下，再解释测试范围。此处不属于观众画面。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0E0E8"/>
                </a:solidFill>
                <a:latin typeface="Noto Sans CJK SC"/>
              </a:defRPr>
            </a:pPr>
            <a:r>
              <a:t>ClioWorks · 合成格式夹具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>
                <a:solidFill>
                  <a:srgbClr val="FFFFFF"/>
                </a:solidFill>
                <a:latin typeface="Noto Sans CJK SC"/>
              </a:defRPr>
            </a:pPr>
            <a:r>
              <a:t>一次导出：42 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D0E0E8"/>
                </a:solidFill>
                <a:latin typeface="Noto Sans CJK SC"/>
              </a:defRPr>
            </a:pPr>
            <a:r>
              <a:t>同一工程，三次记录。</a:t>
            </a:r>
          </a:p>
          <a:p>
            <a:pPr>
              <a:defRPr sz="2300">
                <a:solidFill>
                  <a:srgbClr val="D0E0E8"/>
                </a:solidFill>
                <a:latin typeface="Noto Sans CJK SC"/>
              </a:defRPr>
            </a:pPr>
            <a:r>
              <a:t>设备丙尚未测试。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0E0E8"/>
                </a:solidFill>
                <a:latin typeface="Noto Sans CJK SC"/>
              </a:defRPr>
            </a:pPr>
            <a:r>
              <a:t>不代表真实设备测量；文字是原生可编辑对象。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0E0E8"/>
                </a:solidFill>
                <a:latin typeface="Noto Sans CJK SC"/>
              </a:defRPr>
            </a:pPr>
            <a:r>
              <a:t>ClioWorks · 合成格式夹具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>
                <a:solidFill>
                  <a:srgbClr val="FFFFFF"/>
                </a:solidFill>
                <a:latin typeface="Noto Sans CJK SC"/>
              </a:defRPr>
            </a:pPr>
            <a:r>
              <a:t>先给出证据，再说明边界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D0E0E8"/>
                </a:solidFill>
                <a:latin typeface="Noto Sans CJK SC"/>
              </a:defRPr>
            </a:pPr>
            <a:r>
              <a:t>正文、数据和演示保留各自的编辑状态。</a:t>
            </a:r>
          </a:p>
          <a:p>
            <a:pPr>
              <a:defRPr sz="2300">
                <a:solidFill>
                  <a:srgbClr val="D0E0E8"/>
                </a:solidFill>
                <a:latin typeface="Noto Sans CJK SC"/>
              </a:defRPr>
            </a:pPr>
            <a:r>
              <a:t>来源改变后，作者决定更新哪些副本。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0E0E8"/>
                </a:solidFill>
                <a:latin typeface="Noto Sans CJK SC"/>
              </a:defRPr>
            </a:pPr>
            <a:r>
              <a:t>不代表真实设备测量；文字是原生可编辑对象。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clw-preservation.xml><?xml version="1.0" encoding="utf-8"?>
<cw:preserve xmlns:cw="urn:clioworks:fixture:v4" label="opaque">KEEP THIS CONTENT EXACTLY</cw:preserv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